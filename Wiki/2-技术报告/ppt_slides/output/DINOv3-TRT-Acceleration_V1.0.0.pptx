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PolyU 研究型项目 · 视觉基础模型推理加速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DINOv3 ViT-L/16 多尺度 4 输出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TensorRT 加速研究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Blackwell sm_120 + TRT 10.13 + INT8 sensitivity 完整 ablation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PolyU · 2026-05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1-slide TL;DR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926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9418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prefer 顶点 3.86× speedup（r518 b8 trtexec），三档 cos ≥ 0.998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14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447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 全路径 sensitivity 已闭合 — Root cause：前段累积量化噪声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4114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65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9476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V1.3 方向：QAT 量化感知 fine-tuning（ADR-011 Proposed）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114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4688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45059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↔ C++ 三档 batch=1 bit-identical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718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95351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行 benchmark matrix + 8 张 SVG + 271 tests + 111 源文件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960120"/>
            <a:ext cx="38404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pic>
        <p:nvPicPr>
          <p:cNvPr id="21" name="Image 0" descr="imgs/benchmark_bf16_vs_int8_tradeo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4920" y="1005840"/>
            <a:ext cx="3749040" cy="2194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vs INT8 · cosine 与 speedup 折中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 Page 8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为什么要在消费级硬件上加速 ViT-L/16？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2926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61288"/>
            <a:ext cx="292608" cy="292608"/>
          </a:xfrm>
          <a:prstGeom prst="rtTriangl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DINOv3 ViT-L/16 LVD-1689M — Meta 最新视觉自监督基础模型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443484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1938528"/>
            <a:ext cx="292608" cy="292608"/>
          </a:xfrm>
          <a:prstGeom prst="rtTriangl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输出多尺度特征（layer 4/12/16/20）→ DPT-style 融合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443484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2715768"/>
            <a:ext cx="292608" cy="292608"/>
          </a:xfrm>
          <a:prstGeom prst="rtTriangl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06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ViT-L FP32 在 RTX 5080 batch 8 r224 = 28 ms — 部署成本高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246120"/>
            <a:ext cx="443484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65760" y="3493008"/>
            <a:ext cx="292608" cy="292608"/>
          </a:xfrm>
          <a:prstGeom prst="rtTriangl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83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工程目标：BF16/INT8 加速到 ≥ 2× 同时保持 cosine ≥ 0.99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0" y="1371600"/>
            <a:ext cx="3200400" cy="2377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1371600"/>
            <a:ext cx="320040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1691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OBJECTIVE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806440" y="2606040"/>
            <a:ext cx="9144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 ≥ 2×  ∧  cosine ≥ 0.99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064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延迟与精度的双约束最优化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架构决策（V1.0.1 主计划 ADR-001~009）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0" y="292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·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1206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058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0058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 output binding feat_layer_{4,12,16,20}, [B,197,1024], 裁剪 register tokens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51206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18488"/>
            <a:ext cx="73152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1848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ADR-002+009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6184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静态分辨率 + 动态 batch（每分辨率独立 engine）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231136"/>
            <a:ext cx="51206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31136"/>
            <a:ext cx="73152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3113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22311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 主路径：ModelOpt 显式 Q/DQ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843784"/>
            <a:ext cx="51206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43784"/>
            <a:ext cx="73152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8437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3080" y="28437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RoPE 处理：源码改造消除 ONNX If 节点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51206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56432"/>
            <a:ext cx="73152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5643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345643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TRT 10.13+ 锁定（Blackwell sm_120 支持下限）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76072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Flow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14173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1417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ViT-L/16 (24 blocks)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0" y="1993392"/>
            <a:ext cx="0" cy="3200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43600" y="2377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2377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hooks @ layer 4/12/16/20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0" y="2907792"/>
            <a:ext cx="0" cy="3200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43600" y="3291840"/>
            <a:ext cx="621792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329184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56832" y="3291840"/>
            <a:ext cx="621792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6656832" y="329184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70064" y="3291840"/>
            <a:ext cx="621792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7370064" y="329184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L16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083296" y="3291840"/>
            <a:ext cx="621792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8083296" y="329184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760720" y="3886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 197, 1024] × 4 outputs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多分辨率 + Python/C++ 一致性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0" y="292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· Multi-resolution + Parity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多分辨率：r224 / r336 / r518 各自独立 engine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r518 batch 8 用 min=1, opt=4, max=8 profile，独立 timing cache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runtime：MSVC + CUDA + TRT 10.13.2.6 + RAII engine wrapper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 parity：deterministic sine input → bit-identical (max_abs=0, cos=1.0)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94960" y="841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× Token Count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0515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r224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161288"/>
            <a:ext cx="3017520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161288"/>
            <a:ext cx="579953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3441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 tokens · 224×224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1828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r336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1938528"/>
            <a:ext cx="3017520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938528"/>
            <a:ext cx="1301214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21214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442 tokens · 336×336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606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r518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2715768"/>
            <a:ext cx="3017520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715768"/>
            <a:ext cx="3017520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28986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1025 tokens · 518×518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931920"/>
            <a:ext cx="82296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9319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Parity 验证已闭合：max_abs_error = 0,  cosine = 1.0  ·  超出 V1.0.1 G3 最严档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prefer 速度结果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2926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· BF16 Speed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locked 2752 MHz + spin-wait, vs FP32 baseline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4389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33272"/>
                <a:gridCol w="1033272"/>
                <a:gridCol w="104241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3.86× 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00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顶点 speedup（r518 b8）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611880"/>
            <a:ext cx="43891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3611880"/>
            <a:ext cx="9144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end-to-end r518 b8: 3.40×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858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（含 H2D + enqueue + D2H）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83480" y="1783080"/>
            <a:ext cx="374904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pic>
        <p:nvPicPr>
          <p:cNvPr id="13" name="Image 0" descr="imgs/benchmark_trtexec_bf16_speedu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0" y="1828800"/>
            <a:ext cx="3657600" cy="2743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4617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trtexec BF16 vs FP32 GPU median latency speedup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prefer 精度结果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926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 · BF16 cosine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Imagenette 1000 张 vs FP32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37260"/>
                <a:gridCol w="937260"/>
                <a:gridCol w="937260"/>
                <a:gridCol w="9372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feat_layer_4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feat_layer_12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feat_layer_16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feat_layer_20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0.999664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0.998943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0.998749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0.999891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0.999276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0.998394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0.998493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0.999868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0.999075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0.998604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0.999171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00400"/>
            <a:ext cx="457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≥ G1 阈值（cosine ≥ 0.99，实际 ≥ 0.998）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3749040"/>
            <a:ext cx="45720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794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r518 patch token 多 → BF16 误差被稀释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069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反直觉：r518 feat_layer_20 cos 最高（0.999171）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297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更长序列 → softmax 平滑 → 量化噪声平均化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0" y="22860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pic>
        <p:nvPicPr>
          <p:cNvPr id="14" name="Image 0" descr="imgs/benchmark_bf16_cosine_mi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4920" y="2331720"/>
            <a:ext cx="3566160" cy="21945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cosine min · 三档分辨率 × 4 输出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 路径完整 sensitivity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点 tradeoff · BF16 唯一进入 G2 ideal region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274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3 · SHOWCASE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960120"/>
            <a:ext cx="64922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pic>
        <p:nvPicPr>
          <p:cNvPr id="8" name="Image 0" descr="imgs/benchmark_bf16_vs_int8_tradeo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960120"/>
            <a:ext cx="640080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0" y="1143000"/>
            <a:ext cx="182880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1161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BF16 prefer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唯一进入 G2 ideal region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4709160"/>
            <a:ext cx="59436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4709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点 = 9 INT8 + FP8 default + FP8 partial layer19 + V1.2 ONNX-stripped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feat_layer_20 cosine_mean | Y = trtexec b8 latency speedup vs FP32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Mixed-Precision 三种工具链等价 negative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92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4 · Convergence proof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+ V1.1 + V1.2 三层联合证据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46304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工具链层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cos_min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b8 speedup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Full SmoothQuant α=0.8 (V1.0 baseline)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 ModelOpt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ModelOpt disable_quantizer skip 16-19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0.971 (+0.003)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2.41× (-30%)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trtexec --layerPrecisions=l16-19:fp32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TRT command-line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0.9683 (≈)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3.43× (≈)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 ONNX-level Q/DQ stripping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ONNX library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39312"/>
            <a:ext cx="137160" cy="137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520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三种独立工具链 → cos_min 差 0.003 / speed 差 0.02× → 等价 negative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137160" cy="137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Convergence proof：排除"工具链 bug"作为根本原因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407408"/>
            <a:ext cx="137160" cy="137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428853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 cause 在更上游 — 见 Page 11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DPT-style 4 层选择实证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92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5 · Layer ablation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 张真实图片：inter-output cosine + per-output magnitude balance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60120"/>
                <a:gridCol w="777240"/>
                <a:gridCol w="868680"/>
                <a:gridCol w="1325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candidate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layers (1-based)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 cos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max/min mag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4/12/16/20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12.6×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最平衡（项目当前）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5/11/17/23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0.299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31.9×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最分散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6/12/18/24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末层 magnitude 爆炸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188720"/>
            <a:ext cx="38404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pic>
        <p:nvPicPr>
          <p:cNvPr id="8" name="Image 0" descr="imgs/layer_ablation_diversity_vs_balanc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4920" y="1234440"/>
            <a:ext cx="3749040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Diversity (cos) vs Magnitude balance (max/min)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65760" y="4160520"/>
            <a:ext cx="457200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结论：项目 [4,12,16,20] 是 diversity-magnitude 折中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576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DPT 简单照搬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INT8 cos_min &lt; 0.99？Root Cause 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92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· Root Cause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噪声累积 ~10⁻²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09244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61288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13332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3332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65376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65376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17420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7420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9464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9464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21508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1508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73552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B8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25596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5596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977640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29684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29684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81728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33772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33772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85816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85816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737860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7860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89904" y="1508760"/>
            <a:ext cx="329184" cy="411480"/>
          </a:xfrm>
          <a:prstGeom prst="rect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9904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41948" y="1508760"/>
            <a:ext cx="329184" cy="411480"/>
          </a:xfrm>
          <a:prstGeom prst="rect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1948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B17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93992" y="1508760"/>
            <a:ext cx="329184" cy="411480"/>
          </a:xfrm>
          <a:prstGeom prst="rect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93992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B18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46036" y="1508760"/>
            <a:ext cx="329184" cy="411480"/>
          </a:xfrm>
          <a:prstGeom prst="rect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46036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B19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98080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850124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50124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202168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02168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554212" y="1508760"/>
            <a:ext cx="329184" cy="411480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54212" y="150876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78474" y="1371600"/>
            <a:ext cx="0" cy="777240"/>
          </a:xfrm>
          <a:prstGeom prst="line">
            <a:avLst/>
          </a:prstGeom>
          <a:noFill/>
          <a:ln w="15875">
            <a:solidFill>
              <a:srgbClr val="1E3A5F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486650" y="1371600"/>
            <a:ext cx="0" cy="777240"/>
          </a:xfrm>
          <a:prstGeom prst="line">
            <a:avLst/>
          </a:prstGeom>
          <a:noFill/>
          <a:ln w="15875">
            <a:solidFill>
              <a:srgbClr val="1E3A5F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457200" y="2011680"/>
            <a:ext cx="5609844" cy="320040"/>
          </a:xfrm>
          <a:prstGeom prst="rect">
            <a:avLst/>
          </a:prstGeom>
          <a:solidFill>
            <a:srgbClr val="FEE2E2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2011680"/>
            <a:ext cx="56098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PTQ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89904" y="2011680"/>
            <a:ext cx="1385316" cy="320040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9904" y="2011680"/>
            <a:ext cx="1385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fallback (V1.2)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98080" y="2011680"/>
            <a:ext cx="1385316" cy="320040"/>
          </a:xfrm>
          <a:prstGeom prst="rect">
            <a:avLst/>
          </a:prstGeom>
          <a:solidFill>
            <a:srgbClr val="FEE2E2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0" y="2011680"/>
            <a:ext cx="1385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2715768"/>
            <a:ext cx="164592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4" name="Text 62"/>
          <p:cNvSpPr/>
          <p:nvPr/>
        </p:nvSpPr>
        <p:spPr>
          <a:xfrm>
            <a:off x="713232" y="2606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Blocks 0-15 累积 INT8 量化误差 → 偏离 FP32 baseline ~10⁻² 量级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57200" y="3172968"/>
            <a:ext cx="164592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713232" y="30632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到达 block 16 输入时已偏离，layer 16-19 即使 FP32 也无法 recover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57200" y="3630168"/>
            <a:ext cx="164592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8" name="Text 66"/>
          <p:cNvSpPr/>
          <p:nvPr/>
        </p:nvSpPr>
        <p:spPr>
          <a:xfrm>
            <a:off x="713232" y="3520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 layer 不重要：PyTorch / TRT / ONNX 都 hit same TRT fallback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57200" y="4087368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0" name="Text 68"/>
          <p:cNvSpPr/>
          <p:nvPr/>
        </p:nvSpPr>
        <p:spPr>
          <a:xfrm>
            <a:off x="713232" y="39776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唯一出路：从前段开始减少量化（V1.3 QAT）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2" name="Text 7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工程方法学创新（3 项）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92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· 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可复用的研究工程实践 — 超越 DINOv3 单一项目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43200" cy="3108960"/>
          </a:xfrm>
          <a:prstGeom prst="rect">
            <a:avLst/>
          </a:prstGeom>
          <a:solidFill>
            <a:srgbClr val="EEF2F7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Pure-Python testing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layer_precision / onnx_qdq_stripper / strip_planner 全本地可测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tests / 111 源文件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290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GPU-free dev workflow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371600"/>
            <a:ext cx="2743200" cy="3108960"/>
          </a:xfrm>
          <a:prstGeom prst="rect">
            <a:avLst/>
          </a:prstGeom>
          <a:solidFill>
            <a:srgbClr val="EEF2F7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371600"/>
            <a:ext cx="2743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86200" y="1371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remote-sync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21488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2057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--pull-reports 文本产物反向回拉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28346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27432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绕开 cpolar SSH scp 不稳定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35204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34290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↔ Windows 双向闭环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371600"/>
            <a:ext cx="2743200" cy="3108960"/>
          </a:xfrm>
          <a:prstGeom prst="rect">
            <a:avLst/>
          </a:prstGeom>
          <a:solidFill>
            <a:srgbClr val="EEF2F7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371600"/>
            <a:ext cx="2743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1371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figure regen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21488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2057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build_all_figures.py 4 子系统统一入口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8346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7432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figures_index.json 跨重生 diff 验证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5204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34290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可复现产物 manifest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三项实践全部 open-source 在仓库 — 可复用作为研究型工程模板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0" y="292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· 局限性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项已知约束（坦诚披露）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91440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72184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72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325880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ImageNet val 50K gated 403 → Imagenette2-320（10 类 13K 张）替代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91440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295144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95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148840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TRT 10.13 + Blackwell BF16 + Q/DQ Myelin Fill 不兼容 → 强制 FP32 fallback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841248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71800"/>
            <a:ext cx="91440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118104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181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971800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单一硬件（RTX 5080 sm_120）→ Ada Lovelace / Hopper 行为可能不同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841248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94760"/>
            <a:ext cx="91440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941064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410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794760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QAT 未实施（ADR-011 § 8 4 条启动门槛全未满足）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V1.3 — Quantization-Aware Fine-Tuning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560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 · ADR-011 Proposed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路径设计（4 步）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17957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9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SmoothQuant α=0.8 PTQ initialization 出发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4533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45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ImageNet val 50K + ModelOpt QAT mode + 1-5 epoch fine-tune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91109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911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87452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 cos_min ≥ 0.99 同时保留 ≥ 3.0× speedup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27685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24028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首个完整满足 G2 ideal region 的 INT8 候选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84124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条启动门槛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0" y="2807208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807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BLOCKED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0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ImageNet val 50K unblock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11296"/>
            <a:ext cx="84124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1129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5112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训练资源 ≥ 5 GPU-day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822192"/>
            <a:ext cx="84124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22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38221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时间预算 1-2 个月（含论文写作）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133088"/>
            <a:ext cx="84124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133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下游任务 baseline（depth/segmentation FP32 + DPT 头）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5262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条门槛全未满足 — 暂不启动，是 V1.3 / 论文阶段任务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19456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457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· 5 项核心结论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prefer 是 G2 ideal region 唯一候选 — 顶点 3.86× speedup + cos ≥ 0.998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7647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 全路径 sensitivity 已闭合（5 paths × 12 points）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2951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V1.0+V1.1+V1.2 三层 mixed-precision 等价 negative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8254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 parity 三档 bit-identical — 部署可信度高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401568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3558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V1.3 QAT 是 future work 唯一可能跨过 G2 的路径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prefer 是 RTX 5080 + TRT 10.13 + DINOv3 ViT-L 上唯一在 G2 ideal region 的候选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&amp; License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92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可复现 · 合规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两栏：复现工作流 + License 与进度记录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605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41605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801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可复现工作流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 PowerShell：scripts/run_formal_hf_pipeline_windows.ps1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51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Figures 重生：scripts/build_all_figures.py --allow-missing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 SHA256 manifest 自动 exclude 自身 — 419+ 文件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41605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280160"/>
            <a:ext cx="41605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2801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License &amp; 进度记录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00600" y="1965960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DINOv3 License 副本 + Built with DINOv3 标注全部就位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651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33+ 篇心跳记录每一步可追溯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3520440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429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pytest passing / 111 Python 源文件 ruff/mypy 全绿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5262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副本：LICENSES/DINOv3_LICENSE.md  |  进度记录：Wiki/0-项目计划/milestones/M1-progress.md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914400"/>
            <a:ext cx="2743200" cy="2743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1371600"/>
            <a:ext cx="2743200" cy="2743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·  17 / 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657600" y="3063240"/>
            <a:ext cx="1828800" cy="0"/>
          </a:xfrm>
          <a:prstGeom prst="line">
            <a:avLst/>
          </a:prstGeom>
          <a:noFill/>
          <a:ln w="4445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答辩问答预案 V1.0.0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10 大 Q&amp;A + 通用速答模板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Backup Slides（应对追问）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92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Q1-Q10 之外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项备用资料 — 涵盖深入追问场景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90472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9047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ADR-007 RoPE 改造前后对比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16052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325880"/>
            <a:ext cx="73152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490472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49047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8288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SmoothQuant α-sweep 详细数据（α=0.5/0.7/0.8）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416052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95728"/>
            <a:ext cx="73152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603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6032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8986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层 ablation 详细 magnitude 表（per-layer L2 norm）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395728"/>
            <a:ext cx="416052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395728"/>
            <a:ext cx="73152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0600" y="25603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56032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8986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runtime parity 详细对照（max_abs / RMSE / cosine 全 4 输出）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465576"/>
            <a:ext cx="416052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465576"/>
            <a:ext cx="73152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30168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3016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96849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V1.2 ONNX strip plan 示意（96 节点删 + 48 input slots rewire）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3465576"/>
            <a:ext cx="416052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465576"/>
            <a:ext cx="73152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3630168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63016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396849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ADR-011 QAT 4 条启动门槛全状态表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572000"/>
            <a:ext cx="7955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5720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答辩官提问超出 Q1-Q10 时使用速答模板 — Wiki/2-技术报告/答辩问答预案_V1.0.0.md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PolyU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DINOv3 ViT-L/16 多尺度 4 输出 TensorRT 加速研究</dc:title>
  <dc:subject>V1.0+V1.1+V1.2 闭合证据链 + V1.3 QAT future work</dc:subject>
  <dc:creator>PolyU DINOv3-TRT-Acceleration</dc:creator>
  <cp:lastModifiedBy>PolyU DINOv3-TRT-Acceleration</cp:lastModifiedBy>
  <cp:revision>1</cp:revision>
  <dcterms:created xsi:type="dcterms:W3CDTF">2026-05-01T04:03:56Z</dcterms:created>
  <dcterms:modified xsi:type="dcterms:W3CDTF">2026-05-01T04:03:56Z</dcterms:modified>
</cp:coreProperties>
</file>